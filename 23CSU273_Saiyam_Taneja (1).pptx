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72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9/17/2026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994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722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9/17/2026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65021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8003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8527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515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E16723-2C2F-40DB-89B2-A94AAE77E75C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4854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B73AF-3955-4569-8B4F-B329360A9CBD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7296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DC593-EA98-4C39-A75F-3F3A9C691019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6932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691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711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859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9586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675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3145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C8C146-0A20-4029-98D5-9A42EEDF8B24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58933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49724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197798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1851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79841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1902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765B10-D26A-480A-9509-A9831C5E60D8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3584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CB42A-67CE-499B-A4FA-7D4E4469B142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5107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9E5040-F7E0-40EC-B8E9-CED28200FAA3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65789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CFF128-BAC7-4E0D-8F77-28A571D93B6F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2028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3227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0992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35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419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3">
            <a:extLst>
              <a:ext uri="{FF2B5EF4-FFF2-40B4-BE49-F238E27FC236}">
                <a16:creationId xmlns:a16="http://schemas.microsoft.com/office/drawing/2014/main" id="{D0951485-F372-309B-EACA-4D52C84F4197}"/>
              </a:ext>
            </a:extLst>
          </p:cNvPr>
          <p:cNvSpPr txBox="1"/>
          <p:nvPr/>
        </p:nvSpPr>
        <p:spPr>
          <a:xfrm>
            <a:off x="475706" y="32330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AIONOS ASSIGNMENT 2 · INTERNAL SERVICE AGENT (IT SUPPORT)</a:t>
            </a:r>
            <a:endParaRPr lang="en-US" sz="13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8C3061EC-EE78-3572-8075-43B1E94F7E95}"/>
              </a:ext>
            </a:extLst>
          </p:cNvPr>
          <p:cNvSpPr txBox="1"/>
          <p:nvPr/>
        </p:nvSpPr>
        <p:spPr>
          <a:xfrm>
            <a:off x="3767170" y="1125366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Veridian Corp</a:t>
            </a:r>
            <a:endParaRPr lang="en-US" sz="54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9D0BC543-B5EE-B3FC-2D61-CEF7DE8A9FF7}"/>
              </a:ext>
            </a:extLst>
          </p:cNvPr>
          <p:cNvSpPr txBox="1"/>
          <p:nvPr/>
        </p:nvSpPr>
        <p:spPr>
          <a:xfrm>
            <a:off x="4051465" y="179940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IT Support Agent</a:t>
            </a:r>
            <a:endParaRPr lang="en-US" sz="380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1FB67EC1-A5FF-A517-1466-DD0195594153}"/>
              </a:ext>
            </a:extLst>
          </p:cNvPr>
          <p:cNvSpPr/>
          <p:nvPr/>
        </p:nvSpPr>
        <p:spPr>
          <a:xfrm>
            <a:off x="4295404" y="3105596"/>
            <a:ext cx="274320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25A7491A-3E51-00E7-2413-9033A79179D6}"/>
              </a:ext>
            </a:extLst>
          </p:cNvPr>
          <p:cNvSpPr txBox="1"/>
          <p:nvPr/>
        </p:nvSpPr>
        <p:spPr>
          <a:xfrm>
            <a:off x="4255226" y="3626515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20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24BFD41A-BF0D-5C6E-2726-736A19EDD6DB}"/>
              </a:ext>
            </a:extLst>
          </p:cNvPr>
          <p:cNvSpPr txBox="1"/>
          <p:nvPr/>
        </p:nvSpPr>
        <p:spPr>
          <a:xfrm>
            <a:off x="4204974" y="3852137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Saiyam Taneja</a:t>
            </a:r>
            <a:endParaRPr lang="en-US" sz="20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E89AD4B8-87A3-83F2-4133-C53D32467D6D}"/>
              </a:ext>
            </a:extLst>
          </p:cNvPr>
          <p:cNvSpPr txBox="1"/>
          <p:nvPr/>
        </p:nvSpPr>
        <p:spPr>
          <a:xfrm>
            <a:off x="6697406" y="3626515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ROLL NO</a:t>
            </a:r>
            <a:endParaRPr lang="en-US" sz="20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A21E994F-DF3E-5300-D7D3-502AAA318510}"/>
              </a:ext>
            </a:extLst>
          </p:cNvPr>
          <p:cNvSpPr txBox="1"/>
          <p:nvPr/>
        </p:nvSpPr>
        <p:spPr>
          <a:xfrm>
            <a:off x="6697406" y="39040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23CSU273</a:t>
            </a:r>
            <a:endParaRPr lang="en-US" sz="200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CD854680-6DEA-025C-CBA7-5CAA8438B2F1}"/>
              </a:ext>
            </a:extLst>
          </p:cNvPr>
          <p:cNvSpPr txBox="1"/>
          <p:nvPr/>
        </p:nvSpPr>
        <p:spPr>
          <a:xfrm>
            <a:off x="323306" y="5345974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https://veridian-it-agent-exqt3ucykgyasdct7rut5n.streamlit.app/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github.com/SaiyamTaneja/veridian-it-agent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4241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Mandate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801368"/>
            <a:ext cx="457200" cy="457200"/>
          </a:xfrm>
          <a:prstGeom prst="ellipse">
            <a:avLst/>
          </a:prstGeom>
          <a:solidFill>
            <a:srgbClr val="FDE6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Challenge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Corp IT support is overwhelmed by repetitive, unclear, and risky requests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don't know which policy applies — they just want a fix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security bypass: forwarded phishing, unapproved admin access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conflict between IT guides (KB-03) and Asset Management rules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50876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19672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51967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828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Mandate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37744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employee issues via natural language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answer strictly in KB-01 to KB-10 + Asset Policy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simple self-service requests directly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clarifying questions when details are missing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risky or unauthorized requests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structured tickets with full audit trail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67512" y="54132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Streamlit prototype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97480" y="530352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2816352" y="54132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&amp; 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530352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965192" y="54132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integration (TK-1042–1051)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95160" y="530352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114032" y="54132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w/ citations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0" y="530352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262872" y="541324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10-slide PPT + demo video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Corp · AIONOS Assignment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of the Complete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60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51560" cy="141732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051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5087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— Streamlit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8288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Chat — conversational triage, policy grounding, clarifying questions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&amp; Tickets — inline ticket cards + precedent queue (TK-1042–1051)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— immutable decision log with JSON export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— KB-01–KB-10 + Asset Management Policy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7360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51560" cy="141732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2971800"/>
            <a:ext cx="1051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0632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Core &amp; LLM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3832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(sub-second inference latency)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Policy-grounded system prompt enforces source citation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retry engine with exponential backoff for rate limits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context window — injects relevant KB, precedents, and history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7360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051560" cy="123444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1051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617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&amp; Ticket Stores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9377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— KB-01–KB-10 + Asset Management Policy (Q2 2026)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Manager — deduplication against TK-1042–1051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Logger — structured logging of every decision, source, and action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1417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1783080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366760" y="178308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10800000">
            <a:off x="9861804" y="2532888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229600" y="2752344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0E7C86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366760" y="275234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 LLM)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10800000">
            <a:off x="9861804" y="3502152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229600" y="3721608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8366760" y="372160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10800000">
            <a:off x="9861804" y="4471416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29600" y="4690872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366760" y="469087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Manager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rot="10800000">
            <a:off x="9861804" y="5440680"/>
            <a:ext cx="164592" cy="164592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229600" y="5660136"/>
            <a:ext cx="34290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8366760" y="566013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Logger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Corp · AIONOS Assignment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Process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24912" cy="320040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67335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13232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002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Classify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submits message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classification into 11 categories (Password, VPN, Laptop, Printer, Software, Email, Security, Access, Wi-Fi, WFH, Unclear)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entities: asset age, device state, urgency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5400000">
            <a:off x="3282696" y="3118104"/>
            <a:ext cx="164592" cy="164592"/>
          </a:xfrm>
          <a:prstGeom prst="triangl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10712" y="1600200"/>
            <a:ext cx="2724912" cy="320040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410712" y="1600200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575304" y="167335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575304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4050792" y="16002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Match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2286000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query against KB-01 to KB-10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Asset Management Policy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past tickets (TK-1042–1051) for precedent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5400000">
            <a:off x="6144768" y="3118104"/>
            <a:ext cx="164592" cy="164592"/>
          </a:xfrm>
          <a:prstGeom prst="triangl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72784" y="1600200"/>
            <a:ext cx="2724912" cy="320040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72784" y="1600200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37376" y="167335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37376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22" name="Text 20"/>
          <p:cNvSpPr txBox="1"/>
          <p:nvPr/>
        </p:nvSpPr>
        <p:spPr>
          <a:xfrm>
            <a:off x="6912864" y="16002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Tri-Path Triage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55664" y="2286000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RESOLVE: password (KB-01), Wi-Fi (KB-07), VPN renewal (KB-02)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ASK_FOLLOWUP: clarifying questions for vague inputs (REQ-13, REQ-15)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 — ESCALATE: security incidents (KB-09) or unverified admin access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rot="5400000">
            <a:off x="9006840" y="3118104"/>
            <a:ext cx="164592" cy="164592"/>
          </a:xfrm>
          <a:prstGeom prst="triangl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134856" y="1600200"/>
            <a:ext cx="2724912" cy="320040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134856" y="1600200"/>
            <a:ext cx="272491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299448" y="167335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9299448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29" name="Text 27"/>
          <p:cNvSpPr txBox="1"/>
          <p:nvPr/>
        </p:nvSpPr>
        <p:spPr>
          <a:xfrm>
            <a:off x="9774936" y="160020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&amp; Audit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317736" y="2286000"/>
            <a:ext cx="2359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ticket: TK-XXXX, category, priority, status, source KB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source KB attribution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immutable entry to audit trail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Corp · AIONOS Assignment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Inputs, Sources &amp; Assumptions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92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09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402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employee requests (REQ-01–15) — the live queue for the week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existing tickets (TK-1042–1051) — precedent for consistency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4805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709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(Ground Truth)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402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KB-01 to KB-10 — IT policies and procedures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 Policy (Q2 2026) — 4-year hardware refresh cycle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sourced strictly from the assignment data pack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463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183880" y="16916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1838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1709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2402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advisory — it does not execute real IT changes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must cite a KB source or flag “out of scope”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requests trigger clarifying questions — never guesses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2240280"/>
          </a:xfrm>
          <a:prstGeom prst="roundRect">
            <a:avLst>
              <a:gd name="adj" fmla="val 3265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8686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RECONCILIATION EXAMPLES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31596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868680" y="43159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REQ-01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4288536"/>
            <a:ext cx="891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KB-03 allows replacement after 3 years; Asset Policy says 4 years — agent notes the conflict and verifies hardware failure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4700016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68680" y="4700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REQ-10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4672584"/>
            <a:ext cx="891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KB covers admin access — agent flags lack of authorization and escalates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" y="5084064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868680" y="50840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REQ-12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423160" y="5056632"/>
            <a:ext cx="891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software is Finance-owned (KB-08), not IT — agent routes appropriately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5468112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868680" y="54681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REQ-10 precedent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5440680"/>
            <a:ext cx="891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TK-1050 shows a prior admin access request was rejected for no justification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Corp · AIONOS Assignment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HANDLING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Risky Requests, Ambiguity &amp; Edge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Incident — REQ-08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forwarded phishing email to teammates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immediate Critical escalation to security@veridian-corp.example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cites KB-09, instructs employee never to forward phishing emails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46520" y="16916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46520" y="1691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Access — REQ-10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5146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request for admin access to finance reporting server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refuses auto-granting; flags lack of business justification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Precedent: TK-1050 (rejected for no justification) · Escalates to Management/Finance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877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994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 Request — REQ-15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writes: “hey can you help, its not working”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refuses to hallucinate a diagnosis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asks device type, application, error message, when it started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46520" y="4206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46520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5994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 Flicker — REQ-13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0292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is 2 years old, screen flickering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under KB-03's 3-year threshold — no auto-replacement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ask whether flickering persists with external monitor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Corp · AIONOS Assignment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Schema &amp; Immutable Audit Trail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Ticket Schema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762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ID: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Auto-sequenced from TK-1052 onward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557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Details: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email mapped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35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Category: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into 11 IT domains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147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/ Critical based on impact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941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Lifecycle: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Pending → Escalated → Resolved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0736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KB Attribution: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stamped on every ticket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453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Deduplication: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open tickets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146304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519672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Audit Trail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21762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Record: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stamped with ISO datetime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6334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Types: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TICKET_CREATED, TICKET_UPDATED, TICKET_RESOLVED, TICKET_ESCALATED, CHAT_INTERACTION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0906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Provenance: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exact rationale behind each decision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35478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Grounding: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which KB article governed the decision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005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Export:  </a:t>
            </a:r>
            <a:r>
              <a:rPr lang="en-US" sz="11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JSON export for compliance review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77240" y="5148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SAMPLE AUDIT ENTRY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14:32:11 | REQ-08 | classified | category=security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14:32:11 | REQ-08 | precedent  | TK-1048 (Escalated)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14:32:11 | REQ-08 | matched    | KB-09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14:32:11 | REQ-08 | decided    | ESCALATE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Corp · AIONOS Assignment 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 Used &amp; Technical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190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API — LLM Inference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openai/gpt-oss-120b (current live model)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inference latency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Policy-grounded system prompt enforces source citation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retry with exponential backoff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for classification &amp; response — never invents policy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0080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7190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— Web UI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1945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focused views: Chat, Requests &amp; Tickets, Audit Trail, Knowledge Base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Dark-theme, zero-clutter interface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run: streamlit run app.py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3502152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3730752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7724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7581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Antigravity — Code Generation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23367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scaffolding for initial project structure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boilerplate for UI, KB data, ticket manager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note: initially hardcoded a Groq API key — flagged by Groq's secret scanner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172200" y="3502152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0" y="3730752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0080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4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7581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/ ChatGPT — Dev Support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23367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error resolution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structure and security review</a:t>
            </a:r>
            <a:endParaRPr lang="en-US" sz="980" dirty="0"/>
          </a:p>
        </p:txBody>
      </p:sp>
      <p:sp>
        <p:nvSpPr>
          <p:cNvPr id="26" name="Text 24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Corp · AIONOS Assignment 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LOG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 Walkthrough (REQ-01 to REQ-15)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53896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— Dead laptop (3.5 yrs)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KB-03 + Asset Policy conflict noted, replacement eligible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548640" y="2016252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2016252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88820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— Guest Wi-Fi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KB-07 self-service front-desk kiosk, resolved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2551176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523744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— Locked out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KB-01 manual unlock, resolved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48640" y="3086100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3086100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058668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 — Non-catalog software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KB-04 routed to Security review (3-5 days)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3621024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93592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— Expired VPN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KB-02 90-day renewal self-service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48640" y="4155948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48640" y="4155948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128516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— Printer paper jam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KB-05 queue check, asset tag requested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48640" y="4690872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48640" y="4690872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663440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 — WFH monitor (4 days/week)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KB-10 eligible, manager/Finance approval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548640" y="5225796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48640" y="5225796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198364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— Phishing email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KB-09 CRITICAL escalation + warning issued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199632" y="1481328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199632" y="1481328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02552" y="1453896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— Mailbox full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KB-06 archiving advice + manager approval for &gt;25GB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6199632" y="2016252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6199632" y="2016252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02552" y="1988820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Kavya — Admin access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TK-1050, justification demanded, escalated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6199632" y="2551176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6199632" y="2551176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702552" y="2523744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— Contractor VPN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KB-02 manager approval access form required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199632" y="3086100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6199632" y="3086100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702552" y="3058668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— Expense login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KB-08 Finance routing + credential verification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199632" y="3621024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199632" y="3621024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702552" y="3593592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— Flickering screen (2 yrs)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KB-03 follow-up questions, no replacement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6199632" y="4155948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6199632" y="4155948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702552" y="4128516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— Browser extension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KB-04 non-catalog security review ticket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6199632" y="4690872"/>
            <a:ext cx="384048" cy="461772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6199632" y="4690872"/>
            <a:ext cx="3840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702552" y="4663440"/>
            <a:ext cx="48920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— “not working”</a:t>
            </a:r>
            <a:endParaRPr lang="en-US" sz="97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flag, structured clarifying questions posed</a:t>
            </a:r>
            <a:endParaRPr lang="en-US" sz="970" dirty="0"/>
          </a:p>
        </p:txBody>
      </p:sp>
      <p:sp>
        <p:nvSpPr>
          <p:cNvPr id="49" name="Shape 47"/>
          <p:cNvSpPr/>
          <p:nvPr/>
        </p:nvSpPr>
        <p:spPr>
          <a:xfrm>
            <a:off x="6080760" y="1481328"/>
            <a:ext cx="0" cy="42976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Corp · AIONOS Assignment 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17A3CA5-236D-EB80-60F0-F6CF992BB15C}"/>
              </a:ext>
            </a:extLst>
          </p:cNvPr>
          <p:cNvSpPr txBox="1"/>
          <p:nvPr/>
        </p:nvSpPr>
        <p:spPr>
          <a:xfrm>
            <a:off x="868680" y="563880"/>
            <a:ext cx="548640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499E4A2-6767-FF12-3127-CCDE6D2841D7}"/>
              </a:ext>
            </a:extLst>
          </p:cNvPr>
          <p:cNvSpPr txBox="1"/>
          <p:nvPr/>
        </p:nvSpPr>
        <p:spPr>
          <a:xfrm>
            <a:off x="548640" y="62179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 &amp; Submission Artifacts</a:t>
            </a:r>
            <a:endParaRPr lang="en-US" sz="28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2F6E219-DF3C-2262-AE80-478BE035604F}"/>
              </a:ext>
            </a:extLst>
          </p:cNvPr>
          <p:cNvSpPr/>
          <p:nvPr/>
        </p:nvSpPr>
        <p:spPr>
          <a:xfrm>
            <a:off x="548640" y="1417320"/>
            <a:ext cx="34747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9437CDF-DD4B-FDBC-EAC3-51898014524B}"/>
              </a:ext>
            </a:extLst>
          </p:cNvPr>
          <p:cNvSpPr txBox="1"/>
          <p:nvPr/>
        </p:nvSpPr>
        <p:spPr>
          <a:xfrm>
            <a:off x="731520" y="1508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11/15</a:t>
            </a:r>
            <a:endParaRPr lang="en-US" sz="24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2F3ABB7-552F-0CCB-BFD5-908A4EAE1C75}"/>
              </a:ext>
            </a:extLst>
          </p:cNvPr>
          <p:cNvSpPr txBox="1"/>
          <p:nvPr/>
        </p:nvSpPr>
        <p:spPr>
          <a:xfrm>
            <a:off x="731520" y="2194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requests resolved directly via policy citation</a:t>
            </a:r>
            <a:endParaRPr lang="en-US" sz="1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61D236EC-4659-E988-6B0A-70BCDA93C94D}"/>
              </a:ext>
            </a:extLst>
          </p:cNvPr>
          <p:cNvSpPr/>
          <p:nvPr/>
        </p:nvSpPr>
        <p:spPr>
          <a:xfrm>
            <a:off x="4160520" y="1417320"/>
            <a:ext cx="34747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DF40449-C157-B766-05DB-B45B7003B103}"/>
              </a:ext>
            </a:extLst>
          </p:cNvPr>
          <p:cNvSpPr txBox="1"/>
          <p:nvPr/>
        </p:nvSpPr>
        <p:spPr>
          <a:xfrm>
            <a:off x="4343400" y="1508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66566257-B5BF-2323-1C3B-9B20530757EB}"/>
              </a:ext>
            </a:extLst>
          </p:cNvPr>
          <p:cNvSpPr txBox="1"/>
          <p:nvPr/>
        </p:nvSpPr>
        <p:spPr>
          <a:xfrm>
            <a:off x="4343400" y="2194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escalated per policy (REQ-08, 10, 04, 14)</a:t>
            </a:r>
            <a:endParaRPr lang="en-US" sz="16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54309AED-DF8D-69B6-7661-E3A1B6086780}"/>
              </a:ext>
            </a:extLst>
          </p:cNvPr>
          <p:cNvSpPr/>
          <p:nvPr/>
        </p:nvSpPr>
        <p:spPr>
          <a:xfrm>
            <a:off x="7772400" y="1417320"/>
            <a:ext cx="34747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59D2833D-7924-1BA8-6B1D-7ADD5CEDA931}"/>
              </a:ext>
            </a:extLst>
          </p:cNvPr>
          <p:cNvSpPr txBox="1"/>
          <p:nvPr/>
        </p:nvSpPr>
        <p:spPr>
          <a:xfrm>
            <a:off x="7955280" y="1508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6C7CE723-8499-74E0-9211-6FF0092D197E}"/>
              </a:ext>
            </a:extLst>
          </p:cNvPr>
          <p:cNvSpPr txBox="1"/>
          <p:nvPr/>
        </p:nvSpPr>
        <p:spPr>
          <a:xfrm>
            <a:off x="7955280" y="21945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bypasses — strict escalation enforced</a:t>
            </a:r>
            <a:endParaRPr lang="en-US" sz="16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AD9C086-DC8D-FB7D-49DC-32A6CA5C3839}"/>
              </a:ext>
            </a:extLst>
          </p:cNvPr>
          <p:cNvSpPr txBox="1"/>
          <p:nvPr/>
        </p:nvSpPr>
        <p:spPr>
          <a:xfrm>
            <a:off x="548640" y="3063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conflict handled — REQ-01 laptop replacement reconciled between KB-03 and Asset Policy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— every decision timestamped with KB source attribution</a:t>
            </a:r>
            <a:endParaRPr lang="en-US" sz="12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5BB25D04-46E9-CECD-6AC4-525ACF57A72F}"/>
              </a:ext>
            </a:extLst>
          </p:cNvPr>
          <p:cNvSpPr/>
          <p:nvPr/>
        </p:nvSpPr>
        <p:spPr>
          <a:xfrm>
            <a:off x="548640" y="3977640"/>
            <a:ext cx="544068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F98CC1FC-5685-DA3F-158B-BF54532CA0C9}"/>
              </a:ext>
            </a:extLst>
          </p:cNvPr>
          <p:cNvSpPr txBox="1"/>
          <p:nvPr/>
        </p:nvSpPr>
        <p:spPr>
          <a:xfrm>
            <a:off x="86868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Artifacts</a:t>
            </a:r>
            <a:endParaRPr lang="en-US" sz="15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CDC4FFBD-639B-0258-9EDF-DE3E28DB5D84}"/>
              </a:ext>
            </a:extLst>
          </p:cNvPr>
          <p:cNvSpPr txBox="1"/>
          <p:nvPr/>
        </p:nvSpPr>
        <p:spPr>
          <a:xfrm>
            <a:off x="822960" y="4166181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Working Streamlit App: [your-streamlit-url].streamlit.app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github.com/SaiyamTaneja/veridian-it-agent — clean code, no exposed credentials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10-Slide PPT: 23CSU273_Saiyam_Taneja.pptx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Public Google Drive link (23CSU273_Saiyam_Taneja.mp4)</a:t>
            </a:r>
            <a:endParaRPr lang="en-US" sz="16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5A4B7E3D-940A-3E37-26D4-E1CF1C1E7A86}"/>
              </a:ext>
            </a:extLst>
          </p:cNvPr>
          <p:cNvSpPr/>
          <p:nvPr/>
        </p:nvSpPr>
        <p:spPr>
          <a:xfrm>
            <a:off x="6199632" y="3977640"/>
            <a:ext cx="544068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CA2B8AA6-AC03-2E0C-15BE-B8253B311ACC}"/>
              </a:ext>
            </a:extLst>
          </p:cNvPr>
          <p:cNvSpPr txBox="1"/>
          <p:nvPr/>
        </p:nvSpPr>
        <p:spPr>
          <a:xfrm>
            <a:off x="6519672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Readiness</a:t>
            </a:r>
            <a:endParaRPr lang="en-US" sz="15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D3D2419E-3C04-58E7-771F-0D553809D143}"/>
              </a:ext>
            </a:extLst>
          </p:cNvPr>
          <p:cNvSpPr txBox="1"/>
          <p:nvPr/>
        </p:nvSpPr>
        <p:spPr>
          <a:xfrm>
            <a:off x="6519672" y="459943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ready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Defense of edge cases (REQ-08, REQ-10, REQ-15)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 disclosure (API key leak → fix)</a:t>
            </a:r>
            <a:endParaRPr lang="en-US" sz="16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54BF3923-AA02-ACCD-B98B-F9E70CF56083}"/>
              </a:ext>
            </a:extLst>
          </p:cNvPr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E7AB70-3C62-DA37-49B1-A0CB25F96AC4}"/>
              </a:ext>
            </a:extLst>
          </p:cNvPr>
          <p:cNvSpPr txBox="1"/>
          <p:nvPr/>
        </p:nvSpPr>
        <p:spPr>
          <a:xfrm>
            <a:off x="11849100" y="838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202429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9</TotalTime>
  <Words>1513</Words>
  <Application>Microsoft Office PowerPoint</Application>
  <PresentationFormat>Widescreen</PresentationFormat>
  <Paragraphs>260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Saiyam Taneja</cp:lastModifiedBy>
  <cp:revision>3</cp:revision>
  <dcterms:created xsi:type="dcterms:W3CDTF">2026-09-17T11:46:55Z</dcterms:created>
  <dcterms:modified xsi:type="dcterms:W3CDTF">2026-09-17T11:57:09Z</dcterms:modified>
</cp:coreProperties>
</file>